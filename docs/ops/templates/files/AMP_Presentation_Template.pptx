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CF0F1"/>
                </a:solidFill>
              </a:defRPr>
            </a:pPr>
            <a:r>
              <a:t>แผนการตลาดดิจิทัล</a:t>
            </a:r>
          </a:p>
          <a:p>
            <a:r>
              <a:t>Digital Marketing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CF0F1"/>
                </a:solidFill>
              </a:defRPr>
            </a:pPr>
            <a:r>
              <a:t>[ชื่อโครงการ / Project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CF0F1"/>
                </a:solidFill>
              </a:defRPr>
            </a:pPr>
            <a:r>
              <a:t>นำเสนอโดย: [ชื่อทีม/บริษัท] | วันที่: [DD/MM/YYYY]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1. Overview / ภาพรวมโครงการ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📋 Campaign Overview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Objective: [เป้าหมายหลักของแคมเปญ]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Duration: [ระยะเวลา]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Total Budget: ฿XXX,XXX/เดือน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🏠 โครงการ / Project Details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ชื่อโครงการ: [Project Name]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ประเภท: [Condo/Villa/House]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ราคา: ฿X.X - ฿XX ล้าน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ทำเล: [Location, Pattaya]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2. Target Audience / กลุ่มเป้าหมาย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🎯 Primary Audience / กลุ่มเป้าหมายหลัก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Persona 1: [ชื่อ Persona]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Age: XX-XX years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Income: ฿XXX,XXX+/month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Occupation: [อาชีพ]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Motivation: [แรงจูงใจ]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Pain Points: [ปัญหาที่ต้องแก้]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📊 Behavioral Insights / พฤติกรรม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[Insight 1]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[Insight 2]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[Insight 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3. Message &amp; Creative Direction / แนวคิดและสื่อสาร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💬 Main Message / ข้อความหลัก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Thai: "[สโลแกนภาษาไทย]"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English: "[English Slogan]"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🎨 Creative Direction / ทิศทางครีเอทีฟ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Visual Style: [e.g., Luxury &amp; Premium, Modern &amp; Clean]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Tone of Voice: [e.g., Professional, Aspirational]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Key Visual Elements: [สี, ฟอนต์, สไตล์ภาพ]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🎯 Key Messages by Audience / ข้อความตามกลุ่มเป้าหมาย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Audience 1: [Message]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Audience 2: [Message]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4. Channels / ช่องทาง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📢 Channel Mix / ช่องทางโฆษณา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1. Google Ads (35% งบ)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Search: Branded + Generic keywords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Display: Retargeting website visitors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Target: [X] leads, CPL &lt; ฿XXX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2. Facebook / Instagram (35% งบ)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Lead Generation: Instant Forms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Traffic: Drive to landing page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Audience: Lookalike + Interests + Retargeting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3. LINE Ads (15% งบ)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Talk Head View + Display Ads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Focus: Retargeting warm audiences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4. TikTok (15% งบ)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In-Feed Ads: Property tours &amp; lifestyle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Objective: Brand awareness &amp;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5. Budget / งบประมาณ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💰 Monthly Budget Allocation / การจัดสรรงบรายเดือน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Advertising Spend: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Google Ads: ฿XX,XXX (35%)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Facebook/Instagram: ฿XX,XXX (35%)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LINE Ads: ฿X,XXX (15%)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TikTok: ฿X,XXX (15%)</a:t>
            </a:r>
          </a:p>
          <a:p>
            <a:pPr>
              <a:defRPr sz="1800" b="1">
                <a:solidFill>
                  <a:srgbClr val="E74C3C"/>
                </a:solidFill>
              </a:defRPr>
            </a:pPr>
            <a:r>
              <a:t>• Advertising Subtotal: ฿XX,XXX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Other Costs: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Content Production: ฿X,XXX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Tools &amp; Software: ฿X,XXX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📊 Grand Total: ฿XX,XXX/month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6. KPIs / ตัวชี้วัดความสำเร็จ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📊 Primary KPIs / ตัวชี้วัดหลัก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Leads per Month: [X]+ qualified leads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Cost Per Lead (CPL): &lt; ฿XXX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Lead Quality Score: [X]/10 average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Lead-to-Appointment Rate: &gt; XX%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Return on Ad Spend (ROAS): &gt; X:1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📈 Secondary KPIs / ตัวชี้วัดรอง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Click-Through Rate (CTR): &gt; 1.5%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Landing Page Conversion Rate: &gt; 5%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Cost Per Click (CPC): &lt; ฿20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Impression Share: &gt; 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7. Tracking / การติดตามผล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📊 Tracking Setup / ระบบติดตามผล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Tools &amp; Platforms: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Google Analytics 4: Website traffic &amp; conversions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Google Tag Manager: Event tracking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Meta Pixel: Facebook/Instagram tracking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Call tracking: Phone lead attribution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CRM Integration: Lead management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📅 Reporting Schedule / กำหนดการรายงาน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Weekly: Quick performance dashboard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Monthly: Full report with insights &amp; recommendations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Quarterly: Strategic review &amp;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8. Timeline / กำหนดการ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📅 Campaign Timeline / แผนงาน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Month 1: Setup &amp; Launch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Week 1-2: Campaign setup, creative production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Week 3: Soft launch &amp; testing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Week 4: Full launch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Month 2: Testing &amp; Optimization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A/B testing audiences &amp; creatives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Strategy adjustment based on data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Month 3: Scaling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Scale winning campaigns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Expand to additional audiences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Month 4+: Mature &amp; Optimize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Continue optimization &amp; creative refresh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• Consistent ROI &amp; predictable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CF0F1"/>
                </a:solidFill>
              </a:defRPr>
            </a:pPr>
            <a:r>
              <a:t>Next Steps / ขั้นตอนถัดไป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C3E50"/>
                </a:solidFill>
              </a:defRPr>
            </a:pPr>
            <a:r>
              <a:t>✅ Immediate Actions / ดำเนินการทันที</a:t>
            </a:r>
          </a:p>
          <a:p>
            <a:pPr>
              <a:defRPr sz="12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1. Approve Strategy &amp; Budget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Confirm budget allocation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Sign off on creative direction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2. Kickoff Meeting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Date: [Proposed date]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Finalize details &amp; assign responsibilities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3. Campaign Setup (Week 1-2)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Landing page development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Ad account setup &amp; creative production</a:t>
            </a:r>
          </a:p>
          <a:p>
            <a:pPr>
              <a:defRPr sz="1000" b="0">
                <a:solidFill>
                  <a:srgbClr val="2C3E50"/>
                </a:solidFill>
              </a:defRPr>
            </a:pPr>
          </a:p>
          <a:p>
            <a:pPr>
              <a:defRPr sz="2000" b="1">
                <a:solidFill>
                  <a:srgbClr val="34495E"/>
                </a:solidFill>
              </a:defRPr>
            </a:pPr>
            <a:r>
              <a:t>4. Launch (Week 3)</a:t>
            </a:r>
          </a:p>
          <a:p>
            <a:pPr>
              <a:defRPr sz="1800" b="0">
                <a:solidFill>
                  <a:srgbClr val="2C3E50"/>
                </a:solidFill>
              </a:defRPr>
            </a:pPr>
            <a:r>
              <a:t>   • Soft launch → Monitor → Full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📞 Contact: [Your Name] | Email: [email] | LINE: [@lineid]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